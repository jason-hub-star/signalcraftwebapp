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SignalCraft Biz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FDB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프로젝트 분석 발표자료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1828800" cy="5486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무설정 AI 시설 관리 솔루션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2026.03.16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사용자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아키텍처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데이터베이스 구조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480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성과 — UI 디자인 시스템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983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성과 — 데이터베이스 전환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5486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계획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Biz는 식품·냉동 시설의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기반 설비 관리 솔루션입니다.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614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실시간 모니터링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944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상태를 3단계(정상/주의/위험)로 시각화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4472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예측 분석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630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72시간 고장 예보 및 부품 건강 상태 진단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1330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자동 리포트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일간/주간 AI 리포트 자동 생성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8188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즉시 알림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001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징후 감지 시 푸시 알림 발송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55046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유지보수 관리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5687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정비 이력 관리 및 기사 호출 신청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1463040"/>
            <a:ext cx="4297680" cy="4754880"/>
          </a:xfrm>
          <a:prstGeom prst="rect">
            <a:avLst>
              <a:gd name="adj" fmla="val 3191"/>
            </a:avLst>
          </a:prstGeom>
          <a:solidFill>
            <a:srgbClr val="EFF6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8288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7대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98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설비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2834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210건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9808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 리포트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3840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870건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980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가동 로그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0" y="4846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36개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98080" y="5303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컴포넌트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대상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🏭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식품 시설 관리자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냉동창고, 냉장 쇼케이스 등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식품 저장 시설 운영자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🔧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현장 기술자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474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점검, 유지보수를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담당하는 현장 엔지니어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시설 오너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0" y="3474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복수 지점 시설을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모니터링하는 경영자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943600"/>
            <a:ext cx="10725912" cy="54864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모바일 퍼스트 — 현장에서 스마트폰으로 즉시 확인 가능한 PWA 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주요 기능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상태 표시 (정상/주의/위험)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실시간 모니터링 버튼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카드 목록 + 빠른 액션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설비 관리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검색/필터/지도 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 분석 + 72시간 고장 예보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부품 건강 상태 진단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84632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리포트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212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 건강 리포트 자동 생성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트렌드 차트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PDF/이미지 내보내기 + 공유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알림 시스템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1828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푸시 + 카카오톡 알림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징후 즉시 알림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채널별 ON/OFF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154680"/>
            <a:ext cx="73152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유지보수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35204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정비 이력 타임라인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 호출 신청서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기록 추가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기술 스택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2651760" cy="548640"/>
          </a:xfrm>
          <a:prstGeom prst="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957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94436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 (빌드)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49300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04164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59028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TanStack Query v5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5138928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Lucide React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1463040"/>
            <a:ext cx="2651760" cy="548640"/>
          </a:xfrm>
          <a:prstGeom prst="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03320" y="239572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3320" y="29443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34930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Pydantic v2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404164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SDK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03320" y="459028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Router/Service/Repository 계층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1463040"/>
            <a:ext cx="2651760" cy="548640"/>
          </a:xfrm>
          <a:prstGeom prst="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37960" y="239572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(PostgreSQL)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37960" y="29443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RLS 보안 정책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37960" y="34930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 테이블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37960" y="40416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데이터 1,100+ 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35440" y="1463040"/>
            <a:ext cx="2651760" cy="548640"/>
          </a:xfrm>
          <a:prstGeom prst="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1463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Deploy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372600" y="23957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 (프론트엔드)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72600" y="294436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 (백엔드)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372600" y="349300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PWA 지원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372600" y="404164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01200" y="3931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최적화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54480"/>
            <a:ext cx="5029200" cy="4572000"/>
          </a:xfrm>
          <a:prstGeom prst="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(Vercel)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components/features/dashboard/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components/features/machines/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components/features/reports/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components/features/settings/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components/shared/ (Header, Nav, Modals)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components/ui/ (Card, Button, Badge)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  REST API  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5029200" cy="4572000"/>
          </a:xfrm>
          <a:prstGeom prst="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Backend (Railway)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286000"/>
            <a:ext cx="4480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Router 계층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6974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엔드포인트 정의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3474720"/>
            <a:ext cx="4480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Service 계층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886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로직 처리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4663440"/>
            <a:ext cx="448056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663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Repository 계층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5074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접근 (Supabase)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0" y="5486400"/>
            <a:ext cx="3931920" cy="594360"/>
          </a:xfrm>
          <a:prstGeom prst="rect">
            <a:avLst>
              <a:gd name="adj" fmla="val 12308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5486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Supabase (PostgreSQL + RLS)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데이터베이스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1072591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테이블명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설명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10725912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965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정보 (이름, 위치, 상태, 타입)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96312"/>
            <a:ext cx="10725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963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daily_reports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4963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210행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49631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 리포트 (7기기 × 30일, 건강점수/진단/AI요약)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26664"/>
            <a:ext cx="10725912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0266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02666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02666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사고 이력 (이상/과부하/오프라인)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557016"/>
            <a:ext cx="10725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55701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55701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55701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고장 예측 (골든타임, 예측 데이터)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087368"/>
            <a:ext cx="10725912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0873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machine_event_logs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087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870행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873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가동 로그 (ON/OFF/제상/도어 이벤트)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617720"/>
            <a:ext cx="10725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617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4617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6177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(경고/리포트/유지보수)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148072"/>
            <a:ext cx="10725912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148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maintenance_logs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5148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514807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유지보수 이력 (청소/점검/부품교체)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678424"/>
            <a:ext cx="1072591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6784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notification_settings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0" y="56784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567842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채널별 설정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6217920"/>
            <a:ext cx="10725912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621792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1,100+ 행의 시드 데이터 구축 완료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최근 성과 — UI 디자인 시스템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5120640" cy="4754880"/>
          </a:xfrm>
          <a:prstGeom prst="rect">
            <a:avLst>
              <a:gd name="adj" fmla="val 2885"/>
            </a:avLst>
          </a:prstGeom>
          <a:solidFill>
            <a:srgbClr val="FE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 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유리 효과 (배경 흐림) 남용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무한 반복 애니메이션 (깜빡, 둥실)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글자 굵기 전부 최대치 (font-black)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모서리 둥글기 제각각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Hex 컬러 하드코딩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 키보드 접근성 없음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120640" cy="4754880"/>
          </a:xfrm>
          <a:prstGeom prst="rect">
            <a:avLst>
              <a:gd name="adj" fmla="val 2885"/>
            </a:avLst>
          </a:prstGeom>
          <a:solidFill>
            <a:srgbClr val="F0FD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AFTER 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솔리드 카드 서피스 (깔끔한 흰색)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진입 애니메이션만 유지 (목적 있는 모션)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291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5단계 굵기 계층 정립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토큰 기반 통일 (12/16/24px)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OKLCH 컬러 시스템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50749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 focus-visible + aria-label 접근성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최근 성과 — 데이터베이스 전환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10725912" cy="1051560"/>
          </a:xfrm>
          <a:prstGeom prst="rect">
            <a:avLst>
              <a:gd name="adj" fmla="val 8696"/>
            </a:avLst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Supabase 신규 프로젝트 전환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470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프로젝트에서 새 프로젝트(zlcnanvidrjgpuugbcou)로 마이그레이션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백엔드/프론트엔드 환경변수 일괄 변경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725912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97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시드 데이터 대량 구축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08152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일간 리포트 210건, 사고이력 12건, 고장예측 7건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가동 로그 870건, 알림 6건, 유지보수 기록 12건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10725912" cy="1051560"/>
          </a:xfrm>
          <a:prstGeom prst="rect">
            <a:avLst>
              <a:gd name="adj" fmla="val 8696"/>
            </a:avLst>
          </a:prstGeom>
          <a:solidFill>
            <a:srgbClr val="EFF6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931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RLS 보안 정책 적용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3159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테이블에 Row Level Security 활성화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ID 기반 소유권 검증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5166360"/>
            <a:ext cx="10725912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66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Railway 배포 디버깅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55504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환경변수 로딩 진단 엔드포인트 추가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Pydantic BaseSettings 프로덕션 호환 수정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향후 계획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072591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47472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단기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FCM 푸시 알림 실제 발송 테스트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알림 연동 (사업자 등록 후)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Vercel/Railway 프로덕션 배포 확인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463040"/>
            <a:ext cx="3474720" cy="502920"/>
          </a:xfrm>
          <a:prstGeom prst="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중기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219456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다크 모드 구현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297180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코드 기기 등록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374904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49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E2E 자동화 테스트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1463040"/>
            <a:ext cx="3474720" cy="502920"/>
          </a:xfrm>
          <a:prstGeom prst="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장기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219456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 사이트 관리 대시보드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297180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971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 AI 분석 (소리 패턴 학습)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749040"/>
            <a:ext cx="3474720" cy="640080"/>
          </a:xfrm>
          <a:prstGeom prst="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749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구독 플랜 확장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303520"/>
            <a:ext cx="10725912" cy="9144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303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현재 진행 상황: Phase 6 (알림 시스템) 완료 → UI 디자인 시스템 적용 완료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우선순위: FCM 푸시 알림 실제 발송 → 카카오톡 연동 → 다크 모드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 |  프로젝트 분석  |  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0116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175504" y="3200400"/>
            <a:ext cx="1828800" cy="54864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SignalCraft Biz — 무설정 AI 시설 관리 솔루션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질문이 있으시면 편하게 말씀해 주세요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2026-03-16T09:55:20Z</dcterms:created>
  <dcterms:modified xsi:type="dcterms:W3CDTF">2026-03-16T09:55:20Z</dcterms:modified>
</cp:coreProperties>
</file>